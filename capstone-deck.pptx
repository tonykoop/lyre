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Lyre Build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Prototype-planning scaffold</a:t>
            </a:r>
          </a:p>
          <a:p>
            <a:pPr>
              <a:defRPr sz="2000"/>
            </a:pPr>
            <a:r>
              <a:t>Compact 10-string plucked lyre</a:t>
            </a:r>
          </a:p>
          <a:p>
            <a:pPr>
              <a:defRPr sz="2000"/>
            </a:pPr>
            <a:r>
              <a:t>No build-ready or measured claims yet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String gauges, tension, percent breaking, and load path remain measurement-required</a:t>
            </a:r>
          </a:p>
          <a:p>
            <a:pPr>
              <a:defRPr sz="2000"/>
            </a:pPr>
            <a:r>
              <a:t>CAD/drawings are starter notes only</a:t>
            </a:r>
          </a:p>
          <a:p>
            <a:pPr>
              <a:defRPr sz="2000"/>
            </a:pPr>
            <a:r>
              <a:t>Visual outputs are reference/review surfaces, not fabrication authority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Evidence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string-schedule.csv for C4-E5 targets and unresolved tension fields</a:t>
            </a:r>
          </a:p>
          <a:p>
            <a:pPr>
              <a:defRPr sz="2000"/>
            </a:pPr>
            <a:r>
              <a:t>bridge-soundboard-load-register.csv for bridge, soundboard, yoke, pins, and joinery</a:t>
            </a:r>
          </a:p>
          <a:p>
            <a:pPr>
              <a:defRPr sz="2000"/>
            </a:pPr>
            <a:r>
              <a:t>visual-output-register.csv for non-authoritative images and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Pitch-up after selected string schedule</a:t>
            </a:r>
          </a:p>
          <a:p>
            <a:pPr>
              <a:defRPr sz="2000"/>
            </a:pPr>
            <a:r>
              <a:t>Scrap-block tuning pin torque and creep test</a:t>
            </a:r>
          </a:p>
          <a:p>
            <a:pPr>
              <a:defRPr sz="2000"/>
            </a:pPr>
            <a:r>
              <a:t>Soundboard deflection at no load, half tension, full tension, and 24 hours</a:t>
            </a:r>
          </a:p>
          <a:p>
            <a:pPr>
              <a:defRPr sz="2000"/>
            </a:pPr>
            <a:r>
              <a:t>Full-size drawing or CAD detail before final frame cutting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Resolve string stock from supplier or measured samples</a:t>
            </a:r>
          </a:p>
          <a:p>
            <a:pPr>
              <a:defRPr sz="2000"/>
            </a:pPr>
            <a:r>
              <a:t>Review load path and pin edge distance</a:t>
            </a:r>
          </a:p>
          <a:p>
            <a:pPr>
              <a:defRPr sz="2000"/>
            </a:pPr>
            <a:r>
              <a:t>Record first pitch-up log and prototype photos before readiness promotion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